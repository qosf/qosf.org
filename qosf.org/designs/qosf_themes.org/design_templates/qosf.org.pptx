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Montserrat SemiBold"/>
      <p:regular r:id="rId8"/>
      <p:bold r:id="rId9"/>
      <p:italic r:id="rId10"/>
      <p:boldItalic r:id="rId11"/>
    </p:embeddedFont>
    <p:embeddedFont>
      <p:font typeface="Montserrat"/>
      <p:regular r:id="rId12"/>
      <p:bold r:id="rId13"/>
      <p:italic r:id="rId14"/>
      <p:boldItalic r:id="rId15"/>
    </p:embeddedFont>
    <p:embeddedFont>
      <p:font typeface="Montserrat Medium"/>
      <p:regular r:id="rId16"/>
      <p:bold r:id="rId17"/>
      <p:italic r:id="rId18"/>
      <p:boldItalic r:id="rId19"/>
    </p:embeddedFont>
    <p:embeddedFont>
      <p:font typeface="Montserrat ExtraLight"/>
      <p:regular r:id="rId20"/>
      <p:bold r:id="rId21"/>
      <p:italic r:id="rId22"/>
      <p:boldItalic r:id="rId23"/>
    </p:embeddedFont>
    <p:embeddedFont>
      <p:font typeface="Montserrat ExtraBold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ExtraLight-regular.fntdata"/><Relationship Id="rId22" Type="http://schemas.openxmlformats.org/officeDocument/2006/relationships/font" Target="fonts/MontserratExtraLight-italic.fntdata"/><Relationship Id="rId21" Type="http://schemas.openxmlformats.org/officeDocument/2006/relationships/font" Target="fonts/MontserratExtraLight-bold.fntdata"/><Relationship Id="rId24" Type="http://schemas.openxmlformats.org/officeDocument/2006/relationships/font" Target="fonts/MontserratExtraBold-bold.fntdata"/><Relationship Id="rId23" Type="http://schemas.openxmlformats.org/officeDocument/2006/relationships/font" Target="fonts/MontserratExtra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SemiBold-bold.fntdata"/><Relationship Id="rId25" Type="http://schemas.openxmlformats.org/officeDocument/2006/relationships/font" Target="fonts/Montserrat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MontserratSemiBold-regular.fntdata"/><Relationship Id="rId11" Type="http://schemas.openxmlformats.org/officeDocument/2006/relationships/font" Target="fonts/MontserratSemiBold-boldItalic.fntdata"/><Relationship Id="rId10" Type="http://schemas.openxmlformats.org/officeDocument/2006/relationships/font" Target="fonts/MontserratSemiBold-italic.fntdata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MontserratMedium-bold.fntdata"/><Relationship Id="rId16" Type="http://schemas.openxmlformats.org/officeDocument/2006/relationships/font" Target="fonts/MontserratMedium-regular.fntdata"/><Relationship Id="rId19" Type="http://schemas.openxmlformats.org/officeDocument/2006/relationships/font" Target="fonts/MontserratMedium-boldItalic.fntdata"/><Relationship Id="rId18" Type="http://schemas.openxmlformats.org/officeDocument/2006/relationships/font" Target="fonts/Montserrat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bf5bd7614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bf5bd7614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f5bd7614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f5bd7614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1029825"/>
            <a:ext cx="6169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E7F1FB"/>
              </a:buClr>
              <a:buSzPts val="4200"/>
              <a:buNone/>
              <a:defRPr sz="4200">
                <a:solidFill>
                  <a:srgbClr val="E7F1F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082425"/>
            <a:ext cx="72492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5F"/>
              </a:buClr>
              <a:buSzPts val="2400"/>
              <a:buFont typeface="Montserrat Medium"/>
              <a:buNone/>
              <a:defRPr sz="2400">
                <a:solidFill>
                  <a:srgbClr val="FFCD5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283608" y="2191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7871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83608" y="2191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1142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714775"/>
            <a:ext cx="8520600" cy="28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283608" y="2191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1142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659ED5"/>
              </a:buClr>
              <a:buSzPts val="2800"/>
              <a:buNone/>
              <a:defRPr>
                <a:solidFill>
                  <a:srgbClr val="659ED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892575"/>
            <a:ext cx="3999900" cy="26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892575"/>
            <a:ext cx="3999900" cy="26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283608" y="2191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1142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659ED5"/>
              </a:buClr>
              <a:buSzPts val="2800"/>
              <a:buNone/>
              <a:defRPr>
                <a:solidFill>
                  <a:srgbClr val="659ED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283608" y="2191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1340075"/>
            <a:ext cx="40488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659ED5"/>
              </a:buClr>
              <a:buSzPts val="2400"/>
              <a:buNone/>
              <a:defRPr sz="2400">
                <a:solidFill>
                  <a:srgbClr val="659ED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2095775"/>
            <a:ext cx="4048800" cy="24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283608" y="2191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283608" y="2191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265500" y="1885475"/>
            <a:ext cx="4045200" cy="123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265500" y="31205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283608" y="2191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283608" y="2191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283608" y="2191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283608" y="2191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11420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659ED5"/>
              </a:buClr>
              <a:buSzPts val="2800"/>
              <a:buFont typeface="Montserrat ExtraBold"/>
              <a:buNone/>
              <a:defRPr sz="2800">
                <a:solidFill>
                  <a:srgbClr val="659ED5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714775"/>
            <a:ext cx="8520600" cy="28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3951"/>
              </a:buClr>
              <a:buSzPts val="1800"/>
              <a:buFont typeface="Montserrat"/>
              <a:buChar char="●"/>
              <a:defRPr sz="1800">
                <a:solidFill>
                  <a:srgbClr val="25395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3951"/>
              </a:buClr>
              <a:buSzPts val="1400"/>
              <a:buFont typeface="Montserrat SemiBold"/>
              <a:buChar char="○"/>
              <a:defRPr>
                <a:solidFill>
                  <a:srgbClr val="25395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3951"/>
              </a:buClr>
              <a:buSzPts val="1400"/>
              <a:buFont typeface="Montserrat Medium"/>
              <a:buChar char="■"/>
              <a:defRPr>
                <a:solidFill>
                  <a:srgbClr val="25395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3951"/>
              </a:buClr>
              <a:buSzPts val="1400"/>
              <a:buFont typeface="Montserrat"/>
              <a:buChar char="●"/>
              <a:defRPr>
                <a:solidFill>
                  <a:srgbClr val="25395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3951"/>
              </a:buClr>
              <a:buSzPts val="1400"/>
              <a:buFont typeface="Montserrat"/>
              <a:buChar char="○"/>
              <a:defRPr>
                <a:solidFill>
                  <a:srgbClr val="25395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3951"/>
              </a:buClr>
              <a:buSzPts val="1400"/>
              <a:buFont typeface="Montserrat"/>
              <a:buChar char="■"/>
              <a:defRPr>
                <a:solidFill>
                  <a:srgbClr val="25395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3951"/>
              </a:buClr>
              <a:buSzPts val="1400"/>
              <a:buFont typeface="Montserrat"/>
              <a:buChar char="●"/>
              <a:defRPr>
                <a:solidFill>
                  <a:srgbClr val="25395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3951"/>
              </a:buClr>
              <a:buSzPts val="1400"/>
              <a:buFont typeface="Montserrat"/>
              <a:buChar char="○"/>
              <a:defRPr>
                <a:solidFill>
                  <a:srgbClr val="25395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3951"/>
              </a:buClr>
              <a:buSzPts val="1400"/>
              <a:buFont typeface="Montserrat"/>
              <a:buChar char="■"/>
              <a:defRPr>
                <a:solidFill>
                  <a:srgbClr val="25395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283608" y="2191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ctrTitle"/>
          </p:nvPr>
        </p:nvSpPr>
        <p:spPr>
          <a:xfrm>
            <a:off x="311700" y="1029825"/>
            <a:ext cx="6169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3082425"/>
            <a:ext cx="72492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1142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714775"/>
            <a:ext cx="8520600" cy="28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